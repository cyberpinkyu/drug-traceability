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1b885638284dfe" /><Relationship Type="http://schemas.openxmlformats.org/officeDocument/2006/relationships/extended-properties" Target="/docProps/app.xml" Id="Ra1607ce27a194f83" /><Relationship Type="http://schemas.openxmlformats.org/officeDocument/2006/relationships/officeDocument" Target="/ppt/presentation.xml" Id="R4d4c3bda54d942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acb5d083a44828"/>
  </p:sldMasterIdLst>
  <p:notesMasterIdLst>
    <p:notesMasterId xmlns:r="http://schemas.openxmlformats.org/officeDocument/2006/relationships" r:id="R46f25035946a4160"/>
  </p:notesMasterIdLst>
  <p:sldIdLst>
    <p:sldId xmlns:r="http://schemas.openxmlformats.org/officeDocument/2006/relationships" id="256" r:id="R5a5dffa45d2a49e6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acb5d083a44828" /><Relationship Type="http://schemas.openxmlformats.org/officeDocument/2006/relationships/theme" Target="/ppt/theme/theme1.xml" Id="R2ef239691b6e45ce" /><Relationship Type="http://schemas.openxmlformats.org/officeDocument/2006/relationships/notesMaster" Target="/ppt/notesMasters/notesMaster1.xml" Id="R46f25035946a4160" /><Relationship Type="http://schemas.openxmlformats.org/officeDocument/2006/relationships/presProps" Target="/ppt/presProps.xml" Id="R53b574839eb442cc" /><Relationship Type="http://schemas.openxmlformats.org/officeDocument/2006/relationships/viewProps" Target="/ppt/viewProps.xml" Id="R096881d16a364b4a" /><Relationship Type="http://schemas.openxmlformats.org/officeDocument/2006/relationships/tableStyles" Target="/ppt/tableStyles.xml" Id="R70dda36cc42f4405" /><Relationship Type="http://schemas.openxmlformats.org/officeDocument/2006/relationships/slide" Target="/ppt/slides/slide1.xml" Id="R5a5dffa45d2a49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1e7e4882be347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00b1e359bc47fb" /><Relationship Type="http://schemas.openxmlformats.org/officeDocument/2006/relationships/notesMaster" Target="/ppt/notesMasters/notesMaster1.xml" Id="R954b162a3ec24f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08ce2b3437491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4afdeb66ab2419b" /><Relationship Type="http://schemas.openxmlformats.org/officeDocument/2006/relationships/slideLayout" Target="/ppt/slideLayouts/slideLayout2.xml" Id="R4d7be20331f947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7be20331f947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d6bdb66e39471f" /><Relationship Type="http://schemas.openxmlformats.org/officeDocument/2006/relationships/notesSlide" Target="/ppt/notesSlides/notesSlide1.xml" Id="R42821e56a507475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r">
            <a:extLst xmlns:a="http://schemas.openxmlformats.org/drawingml/2006/main">
              <a:ext uri="{FF2B5EF4-FFF2-40B4-BE49-F238E27FC236}">
                <a16:creationId xmlns:a16="http://schemas.microsoft.com/office/drawing/2014/main" id="{44DCBD89-E14E-432D-9502-5A20D39A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2095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CDF5AD6-2B8D-4D54-B85C-C5630315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62050"/>
            <a:ext cx="16764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0F172A"/>
                </a:solidFill>
              </a:defRPr>
            </a:pPr>
            <a:r>
              <a:rPr sz="5400" b="1">
                <a:solidFill>
                  <a:srgbClr val="0F172A"/>
                </a:solidFill>
              </a:rPr>
              <a:t>药品追溯监管系统</a:t>
            </a:r>
          </a:p>
        </p:txBody>
      </p:sp>
    </p:spTree>
    <p:extLst>
      <p:ext uri="{BB962C8B-B14F-4D97-AF65-F5344CB8AC3E}">
        <p14:creationId xmlns:p14="http://schemas.microsoft.com/office/powerpoint/2010/main" val="14892599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2026-05-06T08:41:45.3140000Z</dcterms:created>
  <dcterms:modified xsi:type="dcterms:W3CDTF">2026-05-06T08:41:45.3140000Z</dcterms:modified>
</coreProperties>
</file>